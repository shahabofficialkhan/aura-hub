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2" r:id="rId1"/>
  </p:sldMasterIdLst>
  <p:sldIdLst>
    <p:sldId id="256" r:id="rId2"/>
    <p:sldId id="266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C8C28F-555B-7248-89F4-799569335C04}">
          <p14:sldIdLst>
            <p14:sldId id="256"/>
            <p14:sldId id="266"/>
            <p14:sldId id="259"/>
            <p14:sldId id="260"/>
            <p14:sldId id="267"/>
            <p14:sldId id="261"/>
            <p14:sldId id="262"/>
          </p14:sldIdLst>
        </p14:section>
        <p14:section name="Untitled Section" id="{9BA52310-8829-0E40-B14F-43D8733E8C1B}">
          <p14:sldIdLst>
            <p14:sldId id="263"/>
            <p14:sldId id="264"/>
            <p14:sldId id="265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/>
    <p:restoredTop sz="94694"/>
  </p:normalViewPr>
  <p:slideViewPr>
    <p:cSldViewPr snapToGrid="0">
      <p:cViewPr varScale="1">
        <p:scale>
          <a:sx n="121" d="100"/>
          <a:sy n="121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4661962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19311397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6706605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82676863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0161184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9394483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54321255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3506869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2089803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6093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0632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84628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8396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178540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54012864"/>
      </p:ext>
    </p:extLst>
  </p:cSld>
  <p:clrMapOvr>
    <a:masterClrMapping/>
  </p:clrMapOvr>
  <p:transition spd="slow">
    <p:cover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3046636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F4AE3-99F4-3743-9244-2A597E88B95F}" type="datetimeFigureOut">
              <a:rPr lang="en-PK" smtClean="0"/>
              <a:t>15/11/2025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43EC847-F02F-7245-A6E6-EBAF43095F87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68612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3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  <p:sldLayoutId id="2147484096" r:id="rId14"/>
    <p:sldLayoutId id="2147484097" r:id="rId15"/>
    <p:sldLayoutId id="2147484098" r:id="rId16"/>
  </p:sldLayoutIdLst>
  <p:transition spd="slow">
    <p:cover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D4A75-9CA2-73A1-52B2-3F4401EE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/>
              <a:t>Aura Project</a:t>
            </a:r>
            <a:endParaRPr lang="en-PK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490AB6-5A61-C613-DA9B-06C5DEA1A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Learning, Earning, and Growing Together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70673713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AA0CB-B85C-CF5C-D27F-2684BD7DD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Teamwork Matters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2BECE-CE4A-153F-8252-596239E56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numCol="1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Teamwork brings </a:t>
            </a:r>
            <a:r>
              <a:rPr lang="en-GB" b="1" dirty="0"/>
              <a:t>better ideas and faster results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Sharing skills reduces workload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Motivates and inspires each member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5175886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5222-21A9-55E0-28EF-6013797D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940" y="1043340"/>
            <a:ext cx="8915399" cy="3117040"/>
          </a:xfrm>
        </p:spPr>
        <p:txBody>
          <a:bodyPr/>
          <a:lstStyle/>
          <a:p>
            <a:r>
              <a:rPr lang="en-GB" dirty="0"/>
              <a:t>Why We Prefer Teamwork</a:t>
            </a:r>
            <a:endParaRPr lang="en-P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D1D30F-F9B0-A1D4-6846-F4B485DA8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8712" y="4258796"/>
            <a:ext cx="8915399" cy="15558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Everyone has </a:t>
            </a:r>
            <a:r>
              <a:rPr lang="en-GB" b="1" dirty="0"/>
              <a:t>different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Shared responsibilities reduce stress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Learning from each other</a:t>
            </a:r>
            <a:r>
              <a:rPr lang="en-GB" dirty="0"/>
              <a:t> improves individual growth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0805716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83C21-AB63-2F86-214D-1A96D4434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1219200"/>
            <a:ext cx="8915399" cy="4171950"/>
          </a:xfrm>
        </p:spPr>
        <p:txBody>
          <a:bodyPr/>
          <a:lstStyle/>
          <a:p>
            <a:r>
              <a:rPr lang="en-GB" dirty="0"/>
              <a:t>Why I Started Aura Project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4667C-7093-83FC-693F-DB5FD8109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7229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Personal initiative to </a:t>
            </a:r>
            <a:r>
              <a:rPr lang="en-GB" b="1" dirty="0"/>
              <a:t>learn and monetize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Focus on </a:t>
            </a:r>
            <a:r>
              <a:rPr lang="en-GB" b="1" dirty="0"/>
              <a:t>AI, automation, and industry-level skills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Goal: </a:t>
            </a:r>
            <a:r>
              <a:rPr lang="en-GB" b="1" dirty="0"/>
              <a:t>understand the market and start working professionally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553261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502BF-109E-9E83-F0B8-5AE9943BE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Ultimate Goal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CA5F4-CD90-4293-652D-1CAB8580C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Make students </a:t>
            </a:r>
            <a:r>
              <a:rPr lang="en-GB" b="1" dirty="0" err="1"/>
              <a:t>skillfull</a:t>
            </a:r>
            <a:r>
              <a:rPr lang="en-GB" b="1" dirty="0"/>
              <a:t> and independent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a </a:t>
            </a:r>
            <a:r>
              <a:rPr lang="en-GB" b="1" dirty="0"/>
              <a:t>community that learns and earns together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Grooming and learning in a </a:t>
            </a:r>
            <a:r>
              <a:rPr lang="en-GB" b="1" dirty="0"/>
              <a:t>team environment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6038094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0B287-2B49-E6E0-700C-7DC2365A2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Can Join 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5C7A5-FDE5-6F40-F2AC-25BD388F6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Anyone with </a:t>
            </a:r>
            <a:r>
              <a:rPr lang="en-GB" b="1" dirty="0"/>
              <a:t>passion for learning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Open to </a:t>
            </a:r>
            <a:r>
              <a:rPr lang="en-GB" b="1" dirty="0"/>
              <a:t>team players, creators, and thinkers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Must be willing to </a:t>
            </a:r>
            <a:r>
              <a:rPr lang="en-GB" b="1" dirty="0"/>
              <a:t>try, fail, learn, and improve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510725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5FEDC-BB81-A85A-FD09-021A33818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 Work Together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FAEC8D-B983-B419-AF3B-ADD0A82DC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Communicate via </a:t>
            </a:r>
            <a:r>
              <a:rPr lang="en-GB" b="1" dirty="0"/>
              <a:t>WhatsApp / Team / meetings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Define roles: leader, designer, researcher, AI learner,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Weekly updates and check-ins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Encourage </a:t>
            </a:r>
            <a:r>
              <a:rPr lang="en-GB" b="1" dirty="0"/>
              <a:t>self-learning and self-belief</a:t>
            </a:r>
            <a:endParaRPr lang="en-GB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00609185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C6F2-52AE-6B0B-80CC-FBA6CE087FE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279775" y="623888"/>
            <a:ext cx="8912225" cy="1281112"/>
          </a:xfrm>
        </p:spPr>
        <p:txBody>
          <a:bodyPr/>
          <a:lstStyle/>
          <a:p>
            <a:r>
              <a:rPr lang="en-GB" dirty="0"/>
              <a:t>Values of Aura Project</a:t>
            </a:r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6999C3-E5F3-C538-BD1B-79D0A465E20A}"/>
              </a:ext>
            </a:extLst>
          </p:cNvPr>
          <p:cNvSpPr txBox="1"/>
          <p:nvPr/>
        </p:nvSpPr>
        <p:spPr>
          <a:xfrm>
            <a:off x="1981200" y="3758517"/>
            <a:ext cx="69183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Honesty &amp; discipline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Teamwork &amp;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Creativity &amp; learning attitude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Self-learning &amp;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Express your ideas to the world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8788B6-53AB-A85B-C895-93B4B7086260}"/>
              </a:ext>
            </a:extLst>
          </p:cNvPr>
          <p:cNvSpPr txBox="1"/>
          <p:nvPr/>
        </p:nvSpPr>
        <p:spPr>
          <a:xfrm>
            <a:off x="1981200" y="2558188"/>
            <a:ext cx="7159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 –&gt;Ambition: To dream big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U –&gt;Unity: To work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R –&gt; Resilience: To never give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 A –&gt; Advancement: To grow and achieve</a:t>
            </a:r>
          </a:p>
        </p:txBody>
      </p:sp>
    </p:spTree>
    <p:extLst>
      <p:ext uri="{BB962C8B-B14F-4D97-AF65-F5344CB8AC3E}">
        <p14:creationId xmlns:p14="http://schemas.microsoft.com/office/powerpoint/2010/main" val="176866858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5E29-CC58-30C0-9504-4B4FBE41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2667000"/>
            <a:ext cx="11068050" cy="3219450"/>
          </a:xfrm>
        </p:spPr>
        <p:txBody>
          <a:bodyPr>
            <a:normAutofit/>
          </a:bodyPr>
          <a:lstStyle/>
          <a:p>
            <a:r>
              <a:rPr lang="en-GB" sz="4400" b="1" dirty="0"/>
              <a:t>     One Day or Day One ,You Decide</a:t>
            </a:r>
            <a:endParaRPr lang="en-PK" sz="4400" b="1" dirty="0"/>
          </a:p>
        </p:txBody>
      </p:sp>
    </p:spTree>
    <p:extLst>
      <p:ext uri="{BB962C8B-B14F-4D97-AF65-F5344CB8AC3E}">
        <p14:creationId xmlns:p14="http://schemas.microsoft.com/office/powerpoint/2010/main" val="2529194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36DD39-49BB-5294-C8EA-01E80171A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0525" y="1919510"/>
            <a:ext cx="8911687" cy="2195290"/>
          </a:xfrm>
        </p:spPr>
        <p:txBody>
          <a:bodyPr/>
          <a:lstStyle/>
          <a:p>
            <a:r>
              <a:rPr lang="en-GB" dirty="0"/>
              <a:t>Conclusion</a:t>
            </a:r>
            <a:endParaRPr lang="en-P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37A22-7149-64D1-CE1F-90A62AAAD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6862" y="2778439"/>
            <a:ext cx="8915400" cy="2672722"/>
          </a:xfrm>
        </p:spPr>
        <p:txBody>
          <a:bodyPr/>
          <a:lstStyle/>
          <a:p>
            <a:r>
              <a:rPr lang="en-GB" dirty="0"/>
              <a:t>Short summary of goals and teamwork</a:t>
            </a:r>
          </a:p>
          <a:p>
            <a:r>
              <a:rPr lang="en-GB" dirty="0"/>
              <a:t>Encourage team to </a:t>
            </a:r>
            <a:r>
              <a:rPr lang="en-GB" b="1" dirty="0"/>
              <a:t>start taking small actions today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7449287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F19046-2620-018A-8A36-8BFA03F79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5150" y="2895600"/>
            <a:ext cx="9809161" cy="3333750"/>
          </a:xfrm>
        </p:spPr>
        <p:txBody>
          <a:bodyPr>
            <a:normAutofit/>
          </a:bodyPr>
          <a:lstStyle/>
          <a:p>
            <a:r>
              <a:rPr lang="en-PK" sz="6600" b="1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28576179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{A11FB243-CFDF-2B40-9943-7965F6B740BA}tf10001069</Template>
  <TotalTime>1045</TotalTime>
  <Words>245</Words>
  <Application>Microsoft Macintosh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Aura Project</vt:lpstr>
      <vt:lpstr>Why Teamwork Matters</vt:lpstr>
      <vt:lpstr>Why We Prefer Teamwork</vt:lpstr>
      <vt:lpstr>Why I Started Aura Project</vt:lpstr>
      <vt:lpstr>Our Ultimate Goal</vt:lpstr>
      <vt:lpstr>Who Can Join </vt:lpstr>
      <vt:lpstr>How We Work Together</vt:lpstr>
      <vt:lpstr>Values of Aura Project</vt:lpstr>
      <vt:lpstr>     One Day or Day One ,You Decide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Shahab</dc:creator>
  <cp:lastModifiedBy>Shahab</cp:lastModifiedBy>
  <cp:revision>4</cp:revision>
  <dcterms:created xsi:type="dcterms:W3CDTF">2025-11-12T21:48:40Z</dcterms:created>
  <dcterms:modified xsi:type="dcterms:W3CDTF">2025-11-15T11:21:59Z</dcterms:modified>
</cp:coreProperties>
</file>