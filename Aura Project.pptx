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082" r:id="rId1"/>
  </p:sldMasterIdLst>
  <p:sldIdLst>
    <p:sldId id="256" r:id="rId2"/>
    <p:sldId id="266" r:id="rId3"/>
    <p:sldId id="259" r:id="rId4"/>
    <p:sldId id="260" r:id="rId5"/>
    <p:sldId id="267" r:id="rId6"/>
    <p:sldId id="261" r:id="rId7"/>
    <p:sldId id="262" r:id="rId8"/>
    <p:sldId id="263" r:id="rId9"/>
    <p:sldId id="264" r:id="rId10"/>
    <p:sldId id="265" r:id="rId11"/>
    <p:sldId id="268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13C8C28F-555B-7248-89F4-799569335C04}">
          <p14:sldIdLst>
            <p14:sldId id="256"/>
            <p14:sldId id="266"/>
            <p14:sldId id="259"/>
            <p14:sldId id="260"/>
            <p14:sldId id="267"/>
            <p14:sldId id="261"/>
            <p14:sldId id="262"/>
          </p14:sldIdLst>
        </p14:section>
        <p14:section name="Untitled Section" id="{9BA52310-8829-0E40-B14F-43D8733E8C1B}">
          <p14:sldIdLst>
            <p14:sldId id="263"/>
            <p14:sldId id="264"/>
            <p14:sldId id="265"/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791"/>
    <p:restoredTop sz="94694"/>
  </p:normalViewPr>
  <p:slideViewPr>
    <p:cSldViewPr snapToGrid="0">
      <p:cViewPr varScale="1">
        <p:scale>
          <a:sx n="121" d="100"/>
          <a:sy n="121" d="100"/>
        </p:scale>
        <p:origin x="28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8F4AE3-99F4-3743-9244-2A597E88B95F}" type="datetimeFigureOut">
              <a:rPr lang="en-PK" smtClean="0"/>
              <a:t>13/11/2025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543EC847-F02F-7245-A6E6-EBAF43095F87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146619621"/>
      </p:ext>
    </p:extLst>
  </p:cSld>
  <p:clrMapOvr>
    <a:masterClrMapping/>
  </p:clrMapOvr>
  <p:transition spd="slow">
    <p:cover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8F4AE3-99F4-3743-9244-2A597E88B95F}" type="datetimeFigureOut">
              <a:rPr lang="en-PK" smtClean="0"/>
              <a:t>13/11/2025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3EC847-F02F-7245-A6E6-EBAF43095F87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319311397"/>
      </p:ext>
    </p:extLst>
  </p:cSld>
  <p:clrMapOvr>
    <a:masterClrMapping/>
  </p:clrMapOvr>
  <p:transition spd="slow">
    <p:cover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8F4AE3-99F4-3743-9244-2A597E88B95F}" type="datetimeFigureOut">
              <a:rPr lang="en-PK" smtClean="0"/>
              <a:t>13/11/2025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543EC847-F02F-7245-A6E6-EBAF43095F87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036706605"/>
      </p:ext>
    </p:extLst>
  </p:cSld>
  <p:clrMapOvr>
    <a:masterClrMapping/>
  </p:clrMapOvr>
  <p:transition spd="slow">
    <p:cover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8F4AE3-99F4-3743-9244-2A597E88B95F}" type="datetimeFigureOut">
              <a:rPr lang="en-PK" smtClean="0"/>
              <a:t>13/11/2025</a:t>
            </a:fld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543EC847-F02F-7245-A6E6-EBAF43095F87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482676863"/>
      </p:ext>
    </p:extLst>
  </p:cSld>
  <p:clrMapOvr>
    <a:masterClrMapping/>
  </p:clrMapOvr>
  <p:transition spd="slow">
    <p:cover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8F4AE3-99F4-3743-9244-2A597E88B95F}" type="datetimeFigureOut">
              <a:rPr lang="en-PK" smtClean="0"/>
              <a:t>13/11/2025</a:t>
            </a:fld>
            <a:endParaRPr lang="en-PK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543EC847-F02F-7245-A6E6-EBAF43095F87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030161184"/>
      </p:ext>
    </p:extLst>
  </p:cSld>
  <p:clrMapOvr>
    <a:masterClrMapping/>
  </p:clrMapOvr>
  <p:transition spd="slow">
    <p:cover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8F4AE3-99F4-3743-9244-2A597E88B95F}" type="datetimeFigureOut">
              <a:rPr lang="en-PK" smtClean="0"/>
              <a:t>13/11/2025</a:t>
            </a:fld>
            <a:endParaRPr lang="en-PK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3EC847-F02F-7245-A6E6-EBAF43095F87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999394483"/>
      </p:ext>
    </p:extLst>
  </p:cSld>
  <p:clrMapOvr>
    <a:masterClrMapping/>
  </p:clrMapOvr>
  <p:transition spd="slow">
    <p:cover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8F4AE3-99F4-3743-9244-2A597E88B95F}" type="datetimeFigureOut">
              <a:rPr lang="en-PK" smtClean="0"/>
              <a:t>13/11/2025</a:t>
            </a:fld>
            <a:endParaRPr lang="en-PK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3EC847-F02F-7245-A6E6-EBAF43095F87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454321255"/>
      </p:ext>
    </p:extLst>
  </p:cSld>
  <p:clrMapOvr>
    <a:masterClrMapping/>
  </p:clrMapOvr>
  <p:transition spd="slow">
    <p:cover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8F4AE3-99F4-3743-9244-2A597E88B95F}" type="datetimeFigureOut">
              <a:rPr lang="en-PK" smtClean="0"/>
              <a:t>13/11/2025</a:t>
            </a:fld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3EC847-F02F-7245-A6E6-EBAF43095F87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533506869"/>
      </p:ext>
    </p:extLst>
  </p:cSld>
  <p:clrMapOvr>
    <a:masterClrMapping/>
  </p:clrMapOvr>
  <p:transition spd="slow">
    <p:cover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8F4AE3-99F4-3743-9244-2A597E88B95F}" type="datetimeFigureOut">
              <a:rPr lang="en-PK" smtClean="0"/>
              <a:t>13/11/2025</a:t>
            </a:fld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543EC847-F02F-7245-A6E6-EBAF43095F87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432089803"/>
      </p:ext>
    </p:extLst>
  </p:cSld>
  <p:clrMapOvr>
    <a:masterClrMapping/>
  </p:clrMapOvr>
  <p:transition spd="slow">
    <p:cover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8F4AE3-99F4-3743-9244-2A597E88B95F}" type="datetimeFigureOut">
              <a:rPr lang="en-PK" smtClean="0"/>
              <a:t>13/11/2025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543EC847-F02F-7245-A6E6-EBAF43095F87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5609318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8F4AE3-99F4-3743-9244-2A597E88B95F}" type="datetimeFigureOut">
              <a:rPr lang="en-PK" smtClean="0"/>
              <a:t>13/11/2025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543EC847-F02F-7245-A6E6-EBAF43095F87}" type="slidenum">
              <a:rPr lang="en-PK" smtClean="0"/>
              <a:t>‹#›</a:t>
            </a:fld>
            <a:endParaRPr lang="en-PK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64063228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8F4AE3-99F4-3743-9244-2A597E88B95F}" type="datetimeFigureOut">
              <a:rPr lang="en-PK" smtClean="0"/>
              <a:t>13/11/2025</a:t>
            </a:fld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543EC847-F02F-7245-A6E6-EBAF43095F87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428462819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8F4AE3-99F4-3743-9244-2A597E88B95F}" type="datetimeFigureOut">
              <a:rPr lang="en-PK" smtClean="0"/>
              <a:t>13/11/2025</a:t>
            </a:fld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543EC847-F02F-7245-A6E6-EBAF43095F87}" type="slidenum">
              <a:rPr lang="en-PK" smtClean="0"/>
              <a:t>‹#›</a:t>
            </a:fld>
            <a:endParaRPr lang="en-PK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53839610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8F4AE3-99F4-3743-9244-2A597E88B95F}" type="datetimeFigureOut">
              <a:rPr lang="en-PK" smtClean="0"/>
              <a:t>13/11/2025</a:t>
            </a:fld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543EC847-F02F-7245-A6E6-EBAF43095F87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01785403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8F4AE3-99F4-3743-9244-2A597E88B95F}" type="datetimeFigureOut">
              <a:rPr lang="en-PK" smtClean="0"/>
              <a:t>13/11/2025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3EC847-F02F-7245-A6E6-EBAF43095F87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054012864"/>
      </p:ext>
    </p:extLst>
  </p:cSld>
  <p:clrMapOvr>
    <a:masterClrMapping/>
  </p:clrMapOvr>
  <p:transition spd="slow">
    <p:cover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8F4AE3-99F4-3743-9244-2A597E88B95F}" type="datetimeFigureOut">
              <a:rPr lang="en-PK" smtClean="0"/>
              <a:t>13/11/2025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3EC847-F02F-7245-A6E6-EBAF43095F87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130466364"/>
      </p:ext>
    </p:extLst>
  </p:cSld>
  <p:clrMapOvr>
    <a:masterClrMapping/>
  </p:clrMapOvr>
  <p:transition spd="slow">
    <p:cover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157"/>
            <a:ext cx="2356674" cy="6853096"/>
            <a:chOff x="6627813" y="195610"/>
            <a:chExt cx="1952625" cy="5678141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5610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8F4AE3-99F4-3743-9244-2A597E88B95F}" type="datetimeFigureOut">
              <a:rPr lang="en-PK" smtClean="0"/>
              <a:t>13/11/2025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543EC847-F02F-7245-A6E6-EBAF43095F87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2686128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83" r:id="rId1"/>
    <p:sldLayoutId id="2147484084" r:id="rId2"/>
    <p:sldLayoutId id="2147484085" r:id="rId3"/>
    <p:sldLayoutId id="2147484086" r:id="rId4"/>
    <p:sldLayoutId id="2147484087" r:id="rId5"/>
    <p:sldLayoutId id="2147484088" r:id="rId6"/>
    <p:sldLayoutId id="2147484089" r:id="rId7"/>
    <p:sldLayoutId id="2147484090" r:id="rId8"/>
    <p:sldLayoutId id="2147484091" r:id="rId9"/>
    <p:sldLayoutId id="2147484092" r:id="rId10"/>
    <p:sldLayoutId id="2147484093" r:id="rId11"/>
    <p:sldLayoutId id="2147484094" r:id="rId12"/>
    <p:sldLayoutId id="2147484095" r:id="rId13"/>
    <p:sldLayoutId id="2147484096" r:id="rId14"/>
    <p:sldLayoutId id="2147484097" r:id="rId15"/>
    <p:sldLayoutId id="2147484098" r:id="rId16"/>
  </p:sldLayoutIdLst>
  <p:transition spd="slow">
    <p:cover/>
  </p:transition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2">
              <a:lumMod val="7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AD4A75-9CA2-73A1-52B2-3F4401EEA21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b="1" dirty="0"/>
              <a:t>Aura Project</a:t>
            </a:r>
            <a:endParaRPr lang="en-PK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490AB6-5A61-C613-DA9B-06C5DEA1AD4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b="1" dirty="0"/>
              <a:t>Learning, Earning, and Growing Together</a:t>
            </a:r>
            <a:endParaRPr lang="en-PK" b="1" dirty="0"/>
          </a:p>
        </p:txBody>
      </p:sp>
    </p:spTree>
    <p:extLst>
      <p:ext uri="{BB962C8B-B14F-4D97-AF65-F5344CB8AC3E}">
        <p14:creationId xmlns:p14="http://schemas.microsoft.com/office/powerpoint/2010/main" val="706737134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2AA0CB-B85C-CF5C-D27F-2684BD7DD2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Why Teamwork Matters</a:t>
            </a:r>
            <a:endParaRPr lang="en-PK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B2BECE-CE4A-153F-8252-596239E560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numCol="1"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Teamwork brings </a:t>
            </a:r>
            <a:r>
              <a:rPr lang="en-GB" b="1" dirty="0"/>
              <a:t>better ideas and faster results</a:t>
            </a: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Sharing skills reduces workload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Motivates and inspires each member</a:t>
            </a:r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2251758869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CE5222-21A9-55E0-28EF-6013797DD5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13940" y="1043340"/>
            <a:ext cx="8915399" cy="3117040"/>
          </a:xfrm>
        </p:spPr>
        <p:txBody>
          <a:bodyPr/>
          <a:lstStyle/>
          <a:p>
            <a:r>
              <a:rPr lang="en-GB" dirty="0"/>
              <a:t>Why We Prefer Teamwork</a:t>
            </a:r>
            <a:endParaRPr lang="en-PK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5D1D30F-F9B0-A1D4-6846-F4B485DA88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398712" y="4258796"/>
            <a:ext cx="8915399" cy="1555864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Everyone has </a:t>
            </a:r>
            <a:r>
              <a:rPr lang="en-GB" b="1" dirty="0"/>
              <a:t>different skills</a:t>
            </a: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Shared responsibilities reduce stress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 dirty="0"/>
              <a:t>Learning from each other</a:t>
            </a:r>
            <a:r>
              <a:rPr lang="en-GB" dirty="0"/>
              <a:t> improves individual growth</a:t>
            </a:r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2108057162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883C21-AB63-2F86-214D-1A96D4434D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9212" y="1219200"/>
            <a:ext cx="8915399" cy="4171950"/>
          </a:xfrm>
        </p:spPr>
        <p:txBody>
          <a:bodyPr/>
          <a:lstStyle/>
          <a:p>
            <a:r>
              <a:rPr lang="en-GB" dirty="0"/>
              <a:t>Why I Started Aura Project</a:t>
            </a:r>
            <a:endParaRPr lang="en-PK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74667C-7093-83FC-693F-DB5FD81094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722904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Personal initiative to </a:t>
            </a:r>
            <a:r>
              <a:rPr lang="en-GB" b="1" dirty="0"/>
              <a:t>learn and monetize skills</a:t>
            </a: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Focus on </a:t>
            </a:r>
            <a:r>
              <a:rPr lang="en-GB" b="1" dirty="0"/>
              <a:t>AI, automation, and industry-level skills</a:t>
            </a: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Goal: </a:t>
            </a:r>
            <a:r>
              <a:rPr lang="en-GB" b="1" dirty="0"/>
              <a:t>understand the market and start working professionally</a:t>
            </a:r>
            <a:endParaRPr lang="en-GB" dirty="0"/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3455326185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5502BF-109E-9E83-F0B8-5AE9943BED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Our Ultimate Goal</a:t>
            </a:r>
            <a:endParaRPr lang="en-PK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6CA5F4-CD90-4293-652D-1CAB8580CD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Make students </a:t>
            </a:r>
            <a:r>
              <a:rPr lang="en-GB" b="1" dirty="0" err="1"/>
              <a:t>skillfull</a:t>
            </a:r>
            <a:r>
              <a:rPr lang="en-GB" b="1" dirty="0"/>
              <a:t> and independent</a:t>
            </a: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Build a </a:t>
            </a:r>
            <a:r>
              <a:rPr lang="en-GB" b="1" dirty="0"/>
              <a:t>community that learns and earns together</a:t>
            </a: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Grooming and learning in a </a:t>
            </a:r>
            <a:r>
              <a:rPr lang="en-GB" b="1" dirty="0"/>
              <a:t>team environment</a:t>
            </a:r>
            <a:endParaRPr lang="en-GB" dirty="0"/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2260380943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D0B287-2B49-E6E0-700C-7DC2365A27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Who Can Join </a:t>
            </a:r>
            <a:endParaRPr lang="en-PK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75C7A5-FDE5-6F40-F2AC-25BD388F6A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Anyone with </a:t>
            </a:r>
            <a:r>
              <a:rPr lang="en-GB" b="1" dirty="0"/>
              <a:t>passion for learning</a:t>
            </a: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Open to </a:t>
            </a:r>
            <a:r>
              <a:rPr lang="en-GB" b="1" dirty="0"/>
              <a:t>team players, creators, and thinkers</a:t>
            </a: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Must be willing to </a:t>
            </a:r>
            <a:r>
              <a:rPr lang="en-GB" b="1" dirty="0"/>
              <a:t>try, fail, learn, and improve</a:t>
            </a:r>
            <a:endParaRPr lang="en-GB" dirty="0"/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1051072506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15FEDC-BB81-A85A-FD09-021A33818D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How We Work Together</a:t>
            </a:r>
            <a:endParaRPr lang="en-PK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FAEC8D-B983-B419-AF3B-ADD0A82DC6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Communicate via </a:t>
            </a:r>
            <a:r>
              <a:rPr lang="en-GB" b="1" dirty="0"/>
              <a:t>WhatsApp / Team / meetings</a:t>
            </a: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Define roles: leader, designer, researcher, AI learner, etc.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Weekly updates and check-ins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Encourage </a:t>
            </a:r>
            <a:r>
              <a:rPr lang="en-GB" b="1" dirty="0"/>
              <a:t>self-learning and self-belief</a:t>
            </a:r>
            <a:endParaRPr lang="en-GB" dirty="0"/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2006091850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D8C6F2-52AE-6B0B-80CC-FBA6CE087FE5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279775" y="623888"/>
            <a:ext cx="8912225" cy="1281112"/>
          </a:xfrm>
        </p:spPr>
        <p:txBody>
          <a:bodyPr/>
          <a:lstStyle/>
          <a:p>
            <a:r>
              <a:rPr lang="en-GB" dirty="0"/>
              <a:t>Values of Aura Project</a:t>
            </a:r>
            <a:endParaRPr lang="en-PK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D6999C3-E5F3-C538-BD1B-79D0A465E20A}"/>
              </a:ext>
            </a:extLst>
          </p:cNvPr>
          <p:cNvSpPr txBox="1"/>
          <p:nvPr/>
        </p:nvSpPr>
        <p:spPr>
          <a:xfrm>
            <a:off x="1981200" y="3758517"/>
            <a:ext cx="6918325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Honesty &amp; discipline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Teamwork &amp; consistency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Creativity &amp; learning attitude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Self-learning &amp; confidence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Express your ideas to the world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78788B6-53AB-A85B-C895-93B4B7086260}"/>
              </a:ext>
            </a:extLst>
          </p:cNvPr>
          <p:cNvSpPr txBox="1"/>
          <p:nvPr/>
        </p:nvSpPr>
        <p:spPr>
          <a:xfrm>
            <a:off x="1981200" y="2558188"/>
            <a:ext cx="715962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 A –&gt;Ambition: To dream big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 U –&gt;Unity: To work together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 R –&gt; Resilience: To never give up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 A –&gt; Advancement: To grow and achieve</a:t>
            </a:r>
          </a:p>
        </p:txBody>
      </p:sp>
    </p:spTree>
    <p:extLst>
      <p:ext uri="{BB962C8B-B14F-4D97-AF65-F5344CB8AC3E}">
        <p14:creationId xmlns:p14="http://schemas.microsoft.com/office/powerpoint/2010/main" val="1768668585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475E29-CC58-30C0-9504-4B4FBE41B8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3500" y="2667000"/>
            <a:ext cx="11068050" cy="3219450"/>
          </a:xfrm>
        </p:spPr>
        <p:txBody>
          <a:bodyPr>
            <a:normAutofit/>
          </a:bodyPr>
          <a:lstStyle/>
          <a:p>
            <a:r>
              <a:rPr lang="en-GB" sz="4400" b="1" dirty="0"/>
              <a:t>     One Day or Day One ,You Decide</a:t>
            </a:r>
            <a:endParaRPr lang="en-PK" sz="4400" b="1" dirty="0"/>
          </a:p>
        </p:txBody>
      </p:sp>
    </p:spTree>
    <p:extLst>
      <p:ext uri="{BB962C8B-B14F-4D97-AF65-F5344CB8AC3E}">
        <p14:creationId xmlns:p14="http://schemas.microsoft.com/office/powerpoint/2010/main" val="252919487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536DD39-49BB-5294-C8EA-01E80171A8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40525" y="1919510"/>
            <a:ext cx="8911687" cy="2195290"/>
          </a:xfrm>
        </p:spPr>
        <p:txBody>
          <a:bodyPr/>
          <a:lstStyle/>
          <a:p>
            <a:r>
              <a:rPr lang="en-GB" dirty="0"/>
              <a:t>Conclusion</a:t>
            </a:r>
            <a:endParaRPr lang="en-PK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D37A22-7149-64D1-CE1F-90A62AAAD5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36862" y="2778439"/>
            <a:ext cx="8915400" cy="2672722"/>
          </a:xfrm>
        </p:spPr>
        <p:txBody>
          <a:bodyPr/>
          <a:lstStyle/>
          <a:p>
            <a:r>
              <a:rPr lang="en-GB" dirty="0"/>
              <a:t>Short summary of goals and teamwork</a:t>
            </a:r>
          </a:p>
          <a:p>
            <a:r>
              <a:rPr lang="en-GB" dirty="0"/>
              <a:t>Encourage team to </a:t>
            </a:r>
            <a:r>
              <a:rPr lang="en-GB" b="1" dirty="0"/>
              <a:t>start taking small actions today</a:t>
            </a:r>
            <a:endParaRPr lang="en-GB" dirty="0"/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07449287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BF19046-2620-018A-8A36-8BFA03F792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05150" y="2895600"/>
            <a:ext cx="9809161" cy="3333750"/>
          </a:xfrm>
        </p:spPr>
        <p:txBody>
          <a:bodyPr>
            <a:normAutofit/>
          </a:bodyPr>
          <a:lstStyle/>
          <a:p>
            <a:r>
              <a:rPr lang="en-PK" sz="6600" b="1" dirty="0"/>
              <a:t>THANK YOU </a:t>
            </a:r>
          </a:p>
        </p:txBody>
      </p:sp>
    </p:spTree>
    <p:extLst>
      <p:ext uri="{BB962C8B-B14F-4D97-AF65-F5344CB8AC3E}">
        <p14:creationId xmlns:p14="http://schemas.microsoft.com/office/powerpoint/2010/main" val="4285761798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2E5369"/>
      </a:dk2>
      <a:lt2>
        <a:srgbClr val="CFE2E7"/>
      </a:lt2>
      <a:accent1>
        <a:srgbClr val="353535"/>
      </a:accent1>
      <a:accent2>
        <a:srgbClr val="31B4E6"/>
      </a:accent2>
      <a:accent3>
        <a:srgbClr val="265991"/>
      </a:accent3>
      <a:accent4>
        <a:srgbClr val="7E40CC"/>
      </a:accent4>
      <a:accent5>
        <a:srgbClr val="B927E9"/>
      </a:accent5>
      <a:accent6>
        <a:srgbClr val="E833BF"/>
      </a:accent6>
      <a:hlink>
        <a:srgbClr val="2DA0F1"/>
      </a:hlink>
      <a:folHlink>
        <a:srgbClr val="7ED1E6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4F34B87B-9C7A-41AE-A6CB-48536223DFF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{A11FB243-CFDF-2B40-9943-7965F6B740BA}tf10001069</Template>
  <TotalTime>1045</TotalTime>
  <Words>245</Words>
  <Application>Microsoft Macintosh PowerPoint</Application>
  <PresentationFormat>Widescreen</PresentationFormat>
  <Paragraphs>42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Century Gothic</vt:lpstr>
      <vt:lpstr>Wingdings 3</vt:lpstr>
      <vt:lpstr>Wisp</vt:lpstr>
      <vt:lpstr>Aura Project</vt:lpstr>
      <vt:lpstr>Why Teamwork Matters</vt:lpstr>
      <vt:lpstr>Why We Prefer Teamwork</vt:lpstr>
      <vt:lpstr>Why I Started Aura Project</vt:lpstr>
      <vt:lpstr>Our Ultimate Goal</vt:lpstr>
      <vt:lpstr>Who Can Join </vt:lpstr>
      <vt:lpstr>How We Work Together</vt:lpstr>
      <vt:lpstr>Values of Aura Project</vt:lpstr>
      <vt:lpstr>     One Day or Day One ,You Decide</vt:lpstr>
      <vt:lpstr>Conclusion</vt:lpstr>
      <vt:lpstr>THANK YOU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Shahab</dc:creator>
  <cp:lastModifiedBy>Shahab</cp:lastModifiedBy>
  <cp:revision>4</cp:revision>
  <dcterms:created xsi:type="dcterms:W3CDTF">2025-11-12T21:48:40Z</dcterms:created>
  <dcterms:modified xsi:type="dcterms:W3CDTF">2025-11-14T00:31:51Z</dcterms:modified>
</cp:coreProperties>
</file>